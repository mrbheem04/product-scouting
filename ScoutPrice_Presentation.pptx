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A855F7"/>
                </a:solidFill>
              </a:defRPr>
            </a:pPr>
            <a:r>
              <a:t>ScoutPrice 🚀</a:t>
            </a:r>
          </a:p>
          <a:p>
            <a:pPr algn="ctr">
              <a:defRPr sz="2800" b="1">
                <a:solidFill>
                  <a:srgbClr val="3B82F6"/>
                </a:solidFill>
              </a:defRPr>
            </a:pPr>
            <a:r>
              <a:t>AI-Powered Price Tracker &amp; Shopping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E2E8F0"/>
                </a:solidFill>
              </a:defRPr>
            </a:pPr>
            <a:r>
              <a:t>Next-Gen Price Monitoring, Referral Shielding, &amp; AI Shopping Companion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Stack: React • Node.js • Chrome MV3 • Redis • MongoDB • Nginx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A855F7"/>
                </a:solidFill>
                <a:latin typeface="Arial"/>
              </a:defRPr>
            </a:pPr>
            <a:r>
              <a:t>The E-Commerce Chaos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2200" b="1">
                <a:solidFill>
                  <a:srgbClr val="3B82F6"/>
                </a:solidFill>
              </a:defRPr>
            </a:pPr>
            <a:r>
              <a:t>•  Dynamic Pricing Manipulation</a:t>
            </a:r>
          </a:p>
          <a:p>
            <a:pPr>
              <a:spcAft>
                <a:spcPts val="2000"/>
              </a:spcAft>
              <a:defRPr sz="1600">
                <a:solidFill>
                  <a:srgbClr val="E2E8F0"/>
                </a:solidFill>
              </a:defRPr>
            </a:pPr>
            <a:r>
              <a:t>    Retailers continuously adjust prices in real-time, exploiting consumer urgency and browser cookies.</a:t>
            </a:r>
          </a:p>
          <a:p>
            <a:pPr>
              <a:spcAft>
                <a:spcPts val="400"/>
              </a:spcAft>
              <a:defRPr sz="2200" b="1">
                <a:solidFill>
                  <a:srgbClr val="3B82F6"/>
                </a:solidFill>
              </a:defRPr>
            </a:pPr>
            <a:r>
              <a:t>•  Store Fragmentation</a:t>
            </a:r>
          </a:p>
          <a:p>
            <a:pPr>
              <a:spcAft>
                <a:spcPts val="2000"/>
              </a:spcAft>
              <a:defRPr sz="1600">
                <a:solidFill>
                  <a:srgbClr val="E2E8F0"/>
                </a:solidFill>
              </a:defRPr>
            </a:pPr>
            <a:r>
              <a:t>    Comparing prices across Amazon, Flipkart, Myntra, Ajio, and Meesho is manual, slow, and frustrating.</a:t>
            </a:r>
          </a:p>
          <a:p>
            <a:pPr>
              <a:spcAft>
                <a:spcPts val="400"/>
              </a:spcAft>
              <a:defRPr sz="2200" b="1">
                <a:solidFill>
                  <a:srgbClr val="3B82F6"/>
                </a:solidFill>
              </a:defRPr>
            </a:pPr>
            <a:r>
              <a:t>•  Fake Coupons &amp; Stale Offers</a:t>
            </a:r>
          </a:p>
          <a:p>
            <a:pPr>
              <a:spcAft>
                <a:spcPts val="2000"/>
              </a:spcAft>
              <a:defRPr sz="1600">
                <a:solidFill>
                  <a:srgbClr val="E2E8F0"/>
                </a:solidFill>
              </a:defRPr>
            </a:pPr>
            <a:r>
              <a:t>    Shoppers waste time testing invalid coupon codes manually during checkout.</a:t>
            </a:r>
          </a:p>
          <a:p>
            <a:pPr>
              <a:spcAft>
                <a:spcPts val="400"/>
              </a:spcAft>
              <a:defRPr sz="2200" b="1">
                <a:solidFill>
                  <a:srgbClr val="3B82F6"/>
                </a:solidFill>
              </a:defRPr>
            </a:pPr>
            <a:r>
              <a:t>•  Anti-Scraping Barriers</a:t>
            </a:r>
          </a:p>
          <a:p>
            <a:pPr>
              <a:spcAft>
                <a:spcPts val="2000"/>
              </a:spcAft>
              <a:defRPr sz="1600">
                <a:solidFill>
                  <a:srgbClr val="E2E8F0"/>
                </a:solidFill>
              </a:defRPr>
            </a:pPr>
            <a:r>
              <a:t>    Platforms block automated checkers with security walls, leading to error landing screens (e.g. Flipkart E002).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A855F7"/>
                </a:solidFill>
                <a:latin typeface="Arial"/>
              </a:defRPr>
            </a:pPr>
            <a:r>
              <a:t>The ScoutPrice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2200" b="1">
                <a:solidFill>
                  <a:srgbClr val="A855F7"/>
                </a:solidFill>
              </a:defRPr>
            </a:pPr>
            <a:r>
              <a:t>✔  Unified Scraper Workers</a:t>
            </a:r>
          </a:p>
          <a:p>
            <a:pPr>
              <a:spcAft>
                <a:spcPts val="2000"/>
              </a:spcAft>
              <a:defRPr sz="1600">
                <a:solidFill>
                  <a:srgbClr val="E2E8F0"/>
                </a:solidFill>
              </a:defRPr>
            </a:pPr>
            <a:r>
              <a:t>    Dual-mode Puppeteer + Cheerio parser fetches accurate product data scheduled via Redis / BullMQ.</a:t>
            </a:r>
          </a:p>
          <a:p>
            <a:pPr>
              <a:spcAft>
                <a:spcPts val="400"/>
              </a:spcAft>
              <a:defRPr sz="2200" b="1">
                <a:solidFill>
                  <a:srgbClr val="A855F7"/>
                </a:solidFill>
              </a:defRPr>
            </a:pPr>
            <a:r>
              <a:t>✔  Glassmorphism Dashboard</a:t>
            </a:r>
          </a:p>
          <a:p>
            <a:pPr>
              <a:spcAft>
                <a:spcPts val="2000"/>
              </a:spcAft>
              <a:defRPr sz="1600">
                <a:solidFill>
                  <a:srgbClr val="E2E8F0"/>
                </a:solidFill>
              </a:defRPr>
            </a:pPr>
            <a:r>
              <a:t>    A sleek dark-themed analytics portal presenting history charts, lowest/highest price indicators, and buy recommendations.</a:t>
            </a:r>
          </a:p>
          <a:p>
            <a:pPr>
              <a:spcAft>
                <a:spcPts val="400"/>
              </a:spcAft>
              <a:defRPr sz="2200" b="1">
                <a:solidFill>
                  <a:srgbClr val="A855F7"/>
                </a:solidFill>
              </a:defRPr>
            </a:pPr>
            <a:r>
              <a:t>✔  Automated Coupon Application</a:t>
            </a:r>
          </a:p>
          <a:p>
            <a:pPr>
              <a:spcAft>
                <a:spcPts val="2000"/>
              </a:spcAft>
              <a:defRPr sz="1600">
                <a:solidFill>
                  <a:srgbClr val="E2E8F0"/>
                </a:solidFill>
              </a:defRPr>
            </a:pPr>
            <a:r>
              <a:t>    A Chrome Extension background script that loops through and auto-solves valid discount codes on the checkout page.</a:t>
            </a:r>
          </a:p>
          <a:p>
            <a:pPr>
              <a:spcAft>
                <a:spcPts val="400"/>
              </a:spcAft>
              <a:defRPr sz="2200" b="1">
                <a:solidFill>
                  <a:srgbClr val="A855F7"/>
                </a:solidFill>
              </a:defRPr>
            </a:pPr>
            <a:r>
              <a:t>✔  Referrer Shield Proxy</a:t>
            </a:r>
          </a:p>
          <a:p>
            <a:pPr>
              <a:spcAft>
                <a:spcPts val="2000"/>
              </a:spcAft>
              <a:defRPr sz="1600">
                <a:solidFill>
                  <a:srgbClr val="E2E8F0"/>
                </a:solidFill>
              </a:defRPr>
            </a:pPr>
            <a:r>
              <a:t>    Built-in server redirect gateway to strip referrers, bypass browser cache, and avoid store blockers.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  <a:latin typeface="Arial"/>
              </a:defRPr>
            </a:pPr>
            <a:r>
              <a:t>Technical Stack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A855F7"/>
                </a:solidFill>
              </a:defRPr>
            </a:pPr>
            <a:r>
              <a:t>Microservices Stack</a:t>
            </a:r>
          </a:p>
          <a:p>
            <a:pPr>
              <a:spcAft>
                <a:spcPts val="200"/>
              </a:spcAft>
              <a:defRPr sz="1800" b="1">
                <a:solidFill>
                  <a:srgbClr val="E2E8F0"/>
                </a:solidFill>
              </a:defRPr>
            </a:pPr>
            <a:r>
              <a:t>▪ Vite React + Redux Toolkit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</a:defRPr>
            </a:pPr>
            <a:r>
              <a:t>  Renders the responsive state-synchronized dashboard UI.</a:t>
            </a:r>
          </a:p>
          <a:p>
            <a:pPr>
              <a:spcAft>
                <a:spcPts val="200"/>
              </a:spcAft>
              <a:defRPr sz="1800" b="1">
                <a:solidFill>
                  <a:srgbClr val="E2E8F0"/>
                </a:solidFill>
              </a:defRPr>
            </a:pPr>
            <a:r>
              <a:t>▪ Node.js + Express.js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</a:defRPr>
            </a:pPr>
            <a:r>
              <a:t>  Core REST API server managing user sessions, watchlists, and price alerts.</a:t>
            </a:r>
          </a:p>
          <a:p>
            <a:pPr>
              <a:spcAft>
                <a:spcPts val="200"/>
              </a:spcAft>
              <a:defRPr sz="1800" b="1">
                <a:solidFill>
                  <a:srgbClr val="E2E8F0"/>
                </a:solidFill>
              </a:defRPr>
            </a:pPr>
            <a:r>
              <a:t>▪ Nginx Reverse Proxy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</a:defRPr>
            </a:pPr>
            <a:r>
              <a:t>  Acts as the single port 80 entry gateway routing frontend &amp; API services.</a:t>
            </a:r>
          </a:p>
          <a:p>
            <a:pPr>
              <a:spcAft>
                <a:spcPts val="200"/>
              </a:spcAft>
              <a:defRPr sz="1800" b="1">
                <a:solidFill>
                  <a:srgbClr val="E2E8F0"/>
                </a:solidFill>
              </a:defRPr>
            </a:pPr>
            <a:r>
              <a:t>▪ Redis + BullMQ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</a:defRPr>
            </a:pPr>
            <a:r>
              <a:t>  Coordinates async scraper scheduling to prevent IP bans.</a:t>
            </a:r>
          </a:p>
          <a:p>
            <a:pPr>
              <a:spcAft>
                <a:spcPts val="200"/>
              </a:spcAft>
              <a:defRPr sz="1800" b="1">
                <a:solidFill>
                  <a:srgbClr val="E2E8F0"/>
                </a:solidFill>
              </a:defRPr>
            </a:pPr>
            <a:r>
              <a:t>▪ MongoDB (Mongoose)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</a:defRPr>
            </a:pPr>
            <a:r>
              <a:t>  Houses product metadata, user alerts, and composite price history.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3B82F6"/>
                </a:solidFill>
              </a:defRPr>
            </a:pPr>
            <a:r>
              <a:t>Key Infrastructure Flows</a:t>
            </a:r>
          </a:p>
          <a:p>
            <a:pPr>
              <a:spcAft>
                <a:spcPts val="200"/>
              </a:spcAft>
              <a:defRPr sz="1800" b="1">
                <a:solidFill>
                  <a:srgbClr val="E2E8F0"/>
                </a:solidFill>
              </a:defRPr>
            </a:pPr>
            <a:r>
              <a:t>▸ Chrome Extension MV3 Helper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</a:defRPr>
            </a:pPr>
            <a:r>
              <a:t>  Injects active content script widgets to extract ASINs, titles, and match cross-store prices dynamically.</a:t>
            </a:r>
          </a:p>
          <a:p>
            <a:pPr>
              <a:spcAft>
                <a:spcPts val="200"/>
              </a:spcAft>
              <a:defRPr sz="1800" b="1">
                <a:solidFill>
                  <a:srgbClr val="E2E8F0"/>
                </a:solidFill>
              </a:defRPr>
            </a:pPr>
            <a:r>
              <a:t>▸ WebSockets (Socket.io)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</a:defRPr>
            </a:pPr>
            <a:r>
              <a:t>  Pushes instant, low-latency price-drop alerts directly to connected user browser viewports.</a:t>
            </a:r>
          </a:p>
          <a:p>
            <a:pPr>
              <a:spcAft>
                <a:spcPts val="200"/>
              </a:spcAft>
              <a:defRPr sz="1800" b="1">
                <a:solidFill>
                  <a:srgbClr val="E2E8F0"/>
                </a:solidFill>
              </a:defRPr>
            </a:pPr>
            <a:r>
              <a:t>▸ Anti-Bot Redirection Shield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</a:defRPr>
            </a:pPr>
            <a:r>
              <a:t>  Strips HTTP referrer tokens during merchant handoffs to prevent crawler block screens.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A855F7"/>
                </a:solidFill>
                <a:latin typeface="Arial"/>
              </a:defRPr>
            </a:pPr>
            <a:r>
              <a:t>Sleek Dashboard &amp;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3B82F6"/>
                </a:solidFill>
              </a:defRPr>
            </a:pPr>
            <a:r>
              <a:t>• Visual Analytics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  Clean charts powered by Recharts plotting detailed price variation graphs over time.</a:t>
            </a:r>
          </a:p>
          <a:p>
            <a:pPr>
              <a:spcAft>
                <a:spcPts val="200"/>
              </a:spcAft>
              <a:defRPr sz="2000" b="1">
                <a:solidFill>
                  <a:srgbClr val="3B82F6"/>
                </a:solidFill>
              </a:defRPr>
            </a:pPr>
            <a:r>
              <a:t>• Price Level Gauges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  Highlights minimum, maximum, and average tags relative to the active price.</a:t>
            </a:r>
          </a:p>
          <a:p>
            <a:pPr>
              <a:spcAft>
                <a:spcPts val="200"/>
              </a:spcAft>
              <a:defRPr sz="2000" b="1">
                <a:solidFill>
                  <a:srgbClr val="3B82F6"/>
                </a:solidFill>
              </a:defRPr>
            </a:pPr>
            <a:r>
              <a:t>• Buy Recommendations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  Calculates a target score determining whether to buy immediately or wait for price drops.</a:t>
            </a:r>
          </a:p>
          <a:p>
            <a:pPr>
              <a:spcAft>
                <a:spcPts val="200"/>
              </a:spcAft>
              <a:defRPr sz="2000" b="1">
                <a:solidFill>
                  <a:srgbClr val="3B82F6"/>
                </a:solidFill>
              </a:defRPr>
            </a:pPr>
            <a:r>
              <a:t>• Integrated Watchlist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  Allows shoppers to save products and specify discount target thresholds.</a:t>
            </a:r>
          </a:p>
        </p:txBody>
      </p:sp>
      <p:pic>
        <p:nvPicPr>
          <p:cNvPr id="4" name="Picture 3" descr="scoutprice_hero_17801104891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66928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  <a:latin typeface="Arial"/>
              </a:defRPr>
            </a:pPr>
            <a:r>
              <a:t>Referrer Shield &amp; Redirection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A855F7"/>
                </a:solidFill>
              </a:defRPr>
            </a:pPr>
            <a:r>
              <a:t>▪ The Redirect Challenge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  E-commerce gateways (like Flipkart) flag requests initiated from 'localhost' development origins, showing bot block screens.</a:t>
            </a:r>
          </a:p>
          <a:p>
            <a:pPr>
              <a:spcAft>
                <a:spcPts val="200"/>
              </a:spcAft>
              <a:defRPr sz="2000" b="1">
                <a:solidFill>
                  <a:srgbClr val="A855F7"/>
                </a:solidFill>
              </a:defRPr>
            </a:pPr>
            <a:r>
              <a:t>▪ Referrer Stripping Engine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  By running outbound links through `/api/affiliate/redirect` and setting the response header `Referrer-Policy: no-referrer`, we strip trace vectors.</a:t>
            </a:r>
          </a:p>
          <a:p>
            <a:pPr>
              <a:spcAft>
                <a:spcPts val="200"/>
              </a:spcAft>
              <a:defRPr sz="2000" b="1">
                <a:solidFill>
                  <a:srgbClr val="A855F7"/>
                </a:solidFill>
              </a:defRPr>
            </a:pPr>
            <a:r>
              <a:t>▪ Strict Browser Cache Bypass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  Ensures browsers do not cache failed redirects by implementing anti-caching headers (Cache-Control: no-store, no-cache).</a:t>
            </a:r>
          </a:p>
          <a:p>
            <a:pPr>
              <a:spcAft>
                <a:spcPts val="200"/>
              </a:spcAft>
              <a:defRPr sz="2000" b="1">
                <a:solidFill>
                  <a:srgbClr val="A855F7"/>
                </a:solidFill>
              </a:defRPr>
            </a:pPr>
            <a:r>
              <a:t>▪ Dynamic SKU Resolvers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  Cross-platform token-based matching checks catalog entries to serve direct target pages (avoiding generic queries).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A855F7"/>
                </a:solidFill>
                <a:latin typeface="Arial"/>
              </a:defRPr>
            </a:pPr>
            <a:r>
              <a:t>Chrome Extension Helper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A855F7"/>
                </a:solidFill>
              </a:defRPr>
            </a:pPr>
            <a:r>
              <a:t>• Zero-Click Automation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  Runs content scripts in the background, executing code only when navigating matching store portals.</a:t>
            </a:r>
          </a:p>
          <a:p>
            <a:pPr>
              <a:spcAft>
                <a:spcPts val="200"/>
              </a:spcAft>
              <a:defRPr sz="2000" b="1">
                <a:solidFill>
                  <a:srgbClr val="A855F7"/>
                </a:solidFill>
              </a:defRPr>
            </a:pPr>
            <a:r>
              <a:t>• On-Page Comparison Card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  Injects a floating sidebar comparing current store pricing against competing merchants instantly.</a:t>
            </a:r>
          </a:p>
          <a:p>
            <a:pPr>
              <a:spcAft>
                <a:spcPts val="200"/>
              </a:spcAft>
              <a:defRPr sz="2000" b="1">
                <a:solidFill>
                  <a:srgbClr val="A855F7"/>
                </a:solidFill>
              </a:defRPr>
            </a:pPr>
            <a:r>
              <a:t>• Coupon Autofill Engine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  Gathers verified database codes and executes auto-type validation routines on the checkout page.</a:t>
            </a:r>
          </a:p>
          <a:p>
            <a:pPr>
              <a:spcAft>
                <a:spcPts val="200"/>
              </a:spcAft>
              <a:defRPr sz="2000" b="1">
                <a:solidFill>
                  <a:srgbClr val="A855F7"/>
                </a:solidFill>
              </a:defRPr>
            </a:pPr>
            <a:r>
              <a:t>• User Preference Control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  Minimal footprint widget that can be minimized or toggled without page reloads.</a:t>
            </a:r>
          </a:p>
        </p:txBody>
      </p:sp>
      <p:pic>
        <p:nvPicPr>
          <p:cNvPr id="4" name="Picture 3" descr="scoutprice_extension_ui_17801105316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66928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  <a:latin typeface="Arial"/>
              </a:defRPr>
            </a:pPr>
            <a:r>
              <a:t>AI Shopping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3B82F6"/>
                </a:solidFill>
              </a:defRPr>
            </a:pPr>
            <a:r>
              <a:t>✔ Contextual Recommendations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  Handles user questions about best timings, low prices, and specs via conversational interfaces.</a:t>
            </a:r>
          </a:p>
          <a:p>
            <a:pPr>
              <a:spcAft>
                <a:spcPts val="200"/>
              </a:spcAft>
              <a:defRPr sz="2000" b="1">
                <a:solidFill>
                  <a:srgbClr val="3B82F6"/>
                </a:solidFill>
              </a:defRPr>
            </a:pPr>
            <a:r>
              <a:t>✔ Expert Fallback Engines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  Structured rule logic triggers if LLM API connections timeout, assuring 100% service availability.</a:t>
            </a:r>
          </a:p>
          <a:p>
            <a:pPr>
              <a:spcAft>
                <a:spcPts val="200"/>
              </a:spcAft>
              <a:defRPr sz="2000" b="1">
                <a:solidFill>
                  <a:srgbClr val="3B82F6"/>
                </a:solidFill>
              </a:defRPr>
            </a:pPr>
            <a:r>
              <a:t>✔ Case-Insensitive Searching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  Corrects casing checks (e.g. 'electronics' to 'Electronics') dynamically to avoid empty collections queries.</a:t>
            </a:r>
          </a:p>
          <a:p>
            <a:pPr>
              <a:spcAft>
                <a:spcPts val="200"/>
              </a:spcAft>
              <a:defRPr sz="2000" b="1">
                <a:solidFill>
                  <a:srgbClr val="3B82F6"/>
                </a:solidFill>
              </a:defRPr>
            </a:pPr>
            <a:r>
              <a:t>✔ Interactive Data Snippets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  Presents mini price logs and best store suggestion cards inside user chat bubbles.</a:t>
            </a:r>
          </a:p>
        </p:txBody>
      </p:sp>
      <p:pic>
        <p:nvPicPr>
          <p:cNvPr id="4" name="Picture 3" descr="scoutprice_chatbot_ui_17801105509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66928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A855F7"/>
                </a:solidFill>
                <a:latin typeface="Arial"/>
              </a:defRPr>
            </a:pPr>
            <a:r>
              <a:t>Mongoose 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3B82F6"/>
                </a:solidFill>
              </a:defRPr>
            </a:pPr>
            <a:r>
              <a:t>▪ Users Collection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  Encrypted hash logins, saved settings, and active watchlist lists.</a:t>
            </a:r>
          </a:p>
          <a:p>
            <a:pPr>
              <a:spcAft>
                <a:spcPts val="200"/>
              </a:spcAft>
              <a:defRPr sz="1800" b="1">
                <a:solidFill>
                  <a:srgbClr val="3B82F6"/>
                </a:solidFill>
              </a:defRPr>
            </a:pPr>
            <a:r>
              <a:t>▪ Products Collection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  SKU identifiers, brand info, and merchant details across Amazon, Flipkart, Myntra, Ajio, and Meesho.</a:t>
            </a:r>
          </a:p>
          <a:p>
            <a:pPr>
              <a:spcAft>
                <a:spcPts val="200"/>
              </a:spcAft>
              <a:defRPr sz="1800" b="1">
                <a:solidFill>
                  <a:srgbClr val="3B82F6"/>
                </a:solidFill>
              </a:defRPr>
            </a:pPr>
            <a:r>
              <a:t>▪ PriceHistory Collection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  Plot coordinates mapping timestamps to actual product pricing for detailed dashboard charting.</a:t>
            </a:r>
          </a:p>
          <a:p>
            <a:pPr>
              <a:spcAft>
                <a:spcPts val="200"/>
              </a:spcAft>
              <a:defRPr sz="1800" b="1">
                <a:solidFill>
                  <a:srgbClr val="3B82F6"/>
                </a:solidFill>
              </a:defRPr>
            </a:pPr>
            <a:r>
              <a:t>▪ Alerts Collection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  Tracks target trigger prices, alert channels (Email / WebSockets), and status flags.</a:t>
            </a:r>
          </a:p>
          <a:p>
            <a:pPr>
              <a:spcAft>
                <a:spcPts val="200"/>
              </a:spcAft>
              <a:defRPr sz="1800" b="1">
                <a:solidFill>
                  <a:srgbClr val="3B82F6"/>
                </a:solidFill>
              </a:defRPr>
            </a:pPr>
            <a:r>
              <a:t>▪ Fitness &amp; Sports Category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  Added category mapping and catalog additions (e.g. Kore DM 20kg Dumbbell Sets) synced successfully.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A855F7"/>
                </a:solidFill>
                <a:latin typeface="Arial"/>
              </a:defRPr>
            </a:pPr>
            <a:r>
              <a:t>Completed Technical Achievements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3B82F6"/>
                </a:solidFill>
              </a:defRPr>
            </a:pPr>
            <a:r>
              <a:t>✔ Affiliate Path Optimization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  Stripped referring headers and added cache controls to fix browser redirection and Flipkart E002 blocks.</a:t>
            </a:r>
          </a:p>
          <a:p>
            <a:pPr>
              <a:spcAft>
                <a:spcPts val="200"/>
              </a:spcAft>
              <a:defRPr sz="1800" b="1">
                <a:solidFill>
                  <a:srgbClr val="3B82F6"/>
                </a:solidFill>
              </a:defRPr>
            </a:pPr>
            <a:r>
              <a:t>✔ Cross-Merchant Sync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  Configured real URLs and correct prices for products, filtering store listings based on category rules.</a:t>
            </a:r>
          </a:p>
          <a:p>
            <a:pPr>
              <a:spcAft>
                <a:spcPts val="200"/>
              </a:spcAft>
              <a:defRPr sz="1800" b="1">
                <a:solidFill>
                  <a:srgbClr val="3B82F6"/>
                </a:solidFill>
              </a:defRPr>
            </a:pPr>
            <a:r>
              <a:t>✔ Database &amp; Logic Alignment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  Fixed category case-sensitivity issue in search indexing and added the Fitness &amp; Sports section.</a:t>
            </a:r>
          </a:p>
          <a:p>
            <a:pPr>
              <a:spcAft>
                <a:spcPts val="200"/>
              </a:spcAft>
              <a:defRPr sz="1800" b="1">
                <a:solidFill>
                  <a:srgbClr val="3B82F6"/>
                </a:solidFill>
              </a:defRPr>
            </a:pPr>
            <a:r>
              <a:t>✔ UI Component Refinement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  Cleaned up charts layout spacing to prevent overlay elements colliding on product detail panels.</a:t>
            </a:r>
          </a:p>
          <a:p>
            <a:pPr>
              <a:spcAft>
                <a:spcPts val="200"/>
              </a:spcAft>
              <a:defRPr sz="1800" b="1">
                <a:solidFill>
                  <a:srgbClr val="3B82F6"/>
                </a:solidFill>
              </a:defRPr>
            </a:pPr>
            <a:r>
              <a:t>✔ Integration and Testing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  Validated microservice setups via Docker and built a PowerShell REST API validation script.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